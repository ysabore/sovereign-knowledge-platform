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SVL Tier 2 - Knowledge &amp; Precedents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Tag KNOWLEDGE | clause banks, template maintenance, and research memos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1 -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0 regarding clause banks, template maintenance, and research memos.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0, 0, 0 from file opening.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2 -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naming: use SVL-[matter]-[doctype]-[version]; avoid client names in filenames on shared drives.</a:t>
            </a:r>
          </a:p>
          <a:p/>
          <a:p>
            <a:r>
              <a:t>Internal checkpoint reference: days 3, 7, 11 from file opening.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3 -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4 regarding clause banks, template maintenance, and research memos.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6, 14, 22 from file opening.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4 -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naming: use SVL-[matter]-[doctype]-[version]; avoid client names in filenames on shared drives.</a:t>
            </a:r>
          </a:p>
          <a:p/>
          <a:p>
            <a:r>
              <a:t>Internal checkpoint reference: days 9, 21, 33 from file opening.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5 -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8 regarding clause banks, template maintenance, and research memos.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12, 28, 44 from file opening.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