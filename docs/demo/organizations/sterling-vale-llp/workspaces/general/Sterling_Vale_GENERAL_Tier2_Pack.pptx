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SVL Tier 2 - General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Tag GENERAL | firm-wide operations, retainers, and administrative coordination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1 -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0 regarding firm-wide operations, retainers, and administrative coordination.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0, 0, 0 from file opening.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2 -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3, 7, 11 from file opening.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3 -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4 regarding firm-wide operations, retainers, and administrative coordination.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6, 14, 22 from file opening.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4 -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9, 21, 33 from file opening.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5 -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8 regarding firm-wide operations, retainers, and administrative coordination.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12, 28, 44 from file opening.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