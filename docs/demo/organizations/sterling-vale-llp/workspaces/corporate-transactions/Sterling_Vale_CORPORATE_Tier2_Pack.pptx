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SVL Tier 2 - Corporate &amp;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Tag CORPORATE | vendor MSAs, indemnity, and deal closing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1 - CORPORATE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0 regarding vendor MSAs, indemnity, and deal closing.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0, 0, 0 from file opening.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2 - CORPORATE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3, 7, 11 from file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3 - CORPORATE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4 regarding vendor MSAs, indemnity, and deal closing.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6, 14, 22 from file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4 - CORPORATE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9, 21, 33 from file opening.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5 - CORPORATE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8 regarding vendor MSAs, indemnity, and deal closing.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12, 28, 44 from file opening.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