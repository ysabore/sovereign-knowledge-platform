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SVL Tier 2 - Litigation &amp; Disputes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Tag LITIGATION | motion practice, discovery, and docket control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deck block 1 - LITIGATION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Sterling &amp; Vale LLP internal reference — segment 0 regarding motion practice, discovery, and docket control. Partners and associates must align work product with the engagement letter, matter code, and workspace retention labels before circulation outside the firm.</a:t>
            </a:r>
          </a:p>
          <a:p/>
          <a:p>
            <a:r>
              <a:t>Internal checkpoint reference: days 0, 0, 0 from file opening.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deck block 2 - LITIGATION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 naming: use SVL-[matter]-[doctype]-[version]; avoid client names in filenames on shared drives.</a:t>
            </a:r>
          </a:p>
          <a:p/>
          <a:p>
            <a:r>
              <a:t>Internal checkpoint reference: days 3, 7, 11 from file opening.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deck block 3 - LITIGATION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Sterling &amp; Vale LLP internal reference — segment 4 regarding motion practice, discovery, and docket control. Partners and associates must align work product with the engagement letter, matter code, and workspace retention labels before circulation outside the firm.</a:t>
            </a:r>
          </a:p>
          <a:p/>
          <a:p>
            <a:r>
              <a:t>Internal checkpoint reference: days 6, 14, 22 from file opening.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deck block 4 - LITIGATION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 naming: use SVL-[matter]-[doctype]-[version]; avoid client names in filenames on shared drives.</a:t>
            </a:r>
          </a:p>
          <a:p/>
          <a:p>
            <a:r>
              <a:t>Internal checkpoint reference: days 9, 21, 33 from file opening.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deck block 5 - LITIGATION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Sterling &amp; Vale LLP internal reference — segment 8 regarding motion practice, discovery, and docket control. Partners and associates must align work product with the engagement letter, matter code, and workspace retention labels before circulation outside the firm.</a:t>
            </a:r>
          </a:p>
          <a:p/>
          <a:p>
            <a:r>
              <a:t>Internal checkpoint reference: days 12, 28, 44 from file opening.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